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457200" cy="7315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82880"/>
            <a:ext cx="73152" cy="4572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182880"/>
            <a:ext cx="457200" cy="7315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8887968" y="182880"/>
            <a:ext cx="73152" cy="4572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4892040"/>
            <a:ext cx="457200" cy="7315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4507992"/>
            <a:ext cx="73152" cy="4572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892040"/>
            <a:ext cx="457200" cy="7315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8887968" y="4507992"/>
            <a:ext cx="73152" cy="4572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Labs &amp;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Analysis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 Analysis · CVE Research · Secure Coding · Mitigation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4444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CWE-121 :: CWE-416 :: CWE-190 :: CWE-134 :: CWE-415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  |  Understand the machine. Defend what matters.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0" y="91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M05 — Advanced Labs &amp; Vuln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Class Taxonomy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root causes — memory corruption, integer issues, and logic flaws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194560" cy="5486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920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Corruption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2743200" cy="1965960"/>
          </a:xfrm>
          <a:prstGeom prst="rect">
            <a:avLst/>
          </a:prstGeom>
          <a:solidFill>
            <a:srgbClr val="161616"/>
          </a:solidFill>
          <a:ln w="15240">
            <a:solidFill>
              <a:srgbClr val="FF6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Stack-Based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0906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 Overflow (CWE-121)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47472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UAF (CWE-416)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85876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String (CWE-134)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42428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Off-by-One (CWE-193)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2743200"/>
            <a:ext cx="2743200" cy="196596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Heap-Based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30906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Overflow (CWE-122)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347472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Use-After-Free (CWE-416)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385876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Double-Free (CWE-415)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42428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Deref (CWE-476)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2743200"/>
            <a:ext cx="2743200" cy="1965960"/>
          </a:xfrm>
          <a:prstGeom prst="rect">
            <a:avLst/>
          </a:prstGeom>
          <a:solidFill>
            <a:srgbClr val="161616"/>
          </a:solidFill>
          <a:ln w="15240">
            <a:solidFill>
              <a:srgbClr val="AA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30906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Overflow (CWE-190)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347472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Underflow (CWE-191)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36208" y="385876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Truncation (CWE-197)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6208" y="42428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Error (CWE-195)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61616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vulnerability classes in this module are studied via root cause analysis of documented CVEs and purpose-built lab binaries. No functional exploit construction occurs in this curriculum.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0" y="91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M05 — Advanced Labs &amp; Vuln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 Analysis Framework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read, structure, and learn from public vulnerability disclosures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2880360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Anatomy of a CVE Record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09928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identifier (CVE-YYYY-NNNNN)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5283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09928" y="25283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Vendor/component/version + what is wrong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843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CVSS Score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09928" y="2843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Temporal + Environmental severity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1592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String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09928" y="31592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vector, complexity, privileges, scope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09928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 weakness classification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37901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09928" y="37901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Affected product/version enumeration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4105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09928" y="4105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NVD, vendor advisory, PoC links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44211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Info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09928" y="44211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version, commit, advisory date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1828800"/>
            <a:ext cx="4251960" cy="288036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18745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Analysis Checklist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221284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What component and function contains the flaw?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248716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What is the exact memory safety violation type?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276148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What input vector triggers the vulnerability?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303580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What privileges / context are required?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331012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Which mitigations are bypassed, if any?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358444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What is the worst-case impact (CIA triad)?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385876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What is the correct fix strategy?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413308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When was it introduced vs. when discovered?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440740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Does a patch exist? What does it change?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0" y="91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M05 — Advanced Labs &amp; Vuln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 Verification Lab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mitigation presence and understanding their mechanical limits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937760" cy="288036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 Audit Commands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checksec --file=./binary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154680" y="22128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mitigations in one output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4917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readelf -l binary | grep GNU_STACK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154680" y="24917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NX/DEP stack marking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7706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readelf -d binary | grep RELRO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154680" y="277063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RELRO level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0495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/proc/sys/kernel/randomize_va_space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154680" y="30495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ASLR level (0/1/2)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332841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/proc/$pid/maps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154680" y="33284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address space layout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6073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 ./binary | grep canary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154680" y="36073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canary symbol check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88620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objdump -d binary | grep __stack_chk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154680" y="388620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Canary check call sites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416509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/sys/kernel/security/lsm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154680" y="416509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LSM modules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444398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ldd binary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154680" y="444398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lib resolution + base addrs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94960" y="1828800"/>
            <a:ext cx="3474720" cy="2880360"/>
          </a:xfrm>
          <a:prstGeom prst="rect">
            <a:avLst/>
          </a:prstGeom>
          <a:solidFill>
            <a:srgbClr val="161616"/>
          </a:solidFill>
          <a:ln w="15240">
            <a:solidFill>
              <a:srgbClr val="AA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 Coverage Matrix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2194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9400" y="21945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87768" y="21945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2194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0680" y="2423160"/>
            <a:ext cx="3429000" cy="310896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ASLR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29400" y="24688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87768" y="24688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946136" y="24688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✓(PIE)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40680" y="2770632"/>
            <a:ext cx="3429000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0" y="28163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NX/DEP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29400" y="28163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87768" y="28163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946136" y="28163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40680" y="3118104"/>
            <a:ext cx="3429000" cy="310896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0" y="31638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629400" y="316382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87768" y="316382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946136" y="316382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40680" y="3465576"/>
            <a:ext cx="3429000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0" y="35112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RELRO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629400" y="351129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287768" y="351129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946136" y="351129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✓(GOT)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40680" y="3813048"/>
            <a:ext cx="3429000" cy="310896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0" y="38587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CFI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629400" y="385876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287768" y="385876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946136" y="385876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440680" y="4160520"/>
            <a:ext cx="3429000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0" y="4206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 Stk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629400" y="42062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287768" y="42062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946136" y="42062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0" y="91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M05 — Advanced Labs &amp; Vuln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Lab — LAB-VUL-01 + LAB-RES-01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 identification and structured CVE reproduction (isolated, permissioned environments)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95360" cy="5486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938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OBJECTIVE: Identify the root cause of three documented vulnerabilities in purpose-built lab binaries. Produce structured research reports following the NullByte Academy CVE analysis template.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4114800" cy="2194560"/>
          </a:xfrm>
          <a:prstGeom prst="rect">
            <a:avLst/>
          </a:prstGeom>
          <a:solidFill>
            <a:srgbClr val="161616"/>
          </a:solidFill>
          <a:ln w="15240">
            <a:solidFill>
              <a:srgbClr val="FF6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LAB-VUL-01: Root Cause 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852928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 1: Stack spatial safety violation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063240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Identify: vulnerable function, line, class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273552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Classify: CWE + CVSS base score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483864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 2: Heap lifecycle management error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3694176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Identify: allocation/free sequence flaw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904488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Explain: why this is exploitable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4114800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 3: Integer conversion issue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4325112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Trace: signed→unsigned boundary condition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4535424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Document: impact and remediation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514600"/>
            <a:ext cx="4251960" cy="2194560"/>
          </a:xfrm>
          <a:prstGeom prst="rect">
            <a:avLst/>
          </a:prstGeom>
          <a:solidFill>
            <a:srgbClr val="161616"/>
          </a:solidFill>
          <a:ln w="15240">
            <a:solidFill>
              <a:srgbClr val="AA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25603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LAB-RES-01: CVE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85292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 CVE from the provided list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306324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NVD entry + vendor advisory in full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27355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Locate the affected source (if available)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48386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wb_cve_tracker.xlsx for the CVE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69417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300-word structured analysis: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90448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Root cause classification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411480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Mitigation applicability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432511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Patch strategy assessment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453542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analysis for peer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 — Advanced Labs &amp; Vulnerability Analysis</dc:title>
  <dc:subject>PptxGenJS Presentation</dc:subject>
  <dc:creator>NullByte Academy</dc:creator>
  <cp:lastModifiedBy>NullByte Academy</cp:lastModifiedBy>
  <cp:revision>1</cp:revision>
  <dcterms:created xsi:type="dcterms:W3CDTF">2026-02-26T23:59:45Z</dcterms:created>
  <dcterms:modified xsi:type="dcterms:W3CDTF">2026-02-26T23:59:45Z</dcterms:modified>
</cp:coreProperties>
</file>