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82880"/>
            <a:ext cx="45720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73152" cy="4572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182880"/>
            <a:ext cx="45720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6" name="Shape 4"/>
          <p:cNvSpPr/>
          <p:nvPr/>
        </p:nvSpPr>
        <p:spPr>
          <a:xfrm>
            <a:off x="8887968" y="182880"/>
            <a:ext cx="73152" cy="4572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4892040"/>
            <a:ext cx="45720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4507992"/>
            <a:ext cx="73152" cy="4572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892040"/>
            <a:ext cx="45720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0" name="Shape 8"/>
          <p:cNvSpPr/>
          <p:nvPr/>
        </p:nvSpPr>
        <p:spPr>
          <a:xfrm>
            <a:off x="8887968" y="4507992"/>
            <a:ext cx="73152" cy="45720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Architecture &amp;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Internals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 · Pipelines · Privilege Rings · Calling Conventions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41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0x4E42 :: 0xDEAD :: 0xBEEF :: 0xCAFE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  |  Understand the machine. Defend what matters.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91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 — CPU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x86-64 Register Model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General-purpose, pointer, and special-purpose registers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5029200" cy="26517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ROLE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892040" cy="2743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042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RAX / EAX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3042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/ 32 bit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30428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value, accumulator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87752"/>
            <a:ext cx="489204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0604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RBX / EBX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26060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/ 32 bit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6060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Callee-saved 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89504"/>
            <a:ext cx="4892040" cy="2743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90779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RCX / ECX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29077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/ 32 bit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29077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/ arg 4 (SysV)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191256"/>
            <a:ext cx="489204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0954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RDX / EDX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20954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/ 32 bit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32095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/ arg 3 (SysV)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93008"/>
            <a:ext cx="4892040" cy="2743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51129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351129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351129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pointer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794760"/>
            <a:ext cx="489204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8130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37360" y="38130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38130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pointer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096512"/>
            <a:ext cx="4892040" cy="2743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11480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737360" y="41148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0" y="41148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pointer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32120" y="1920240"/>
            <a:ext cx="3337560" cy="804672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23560" y="19751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64-bit Registers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23560" y="223113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x86-64 extends 32-bit registers (EAX → RAX). Lower sub-registers (EAX, AX, AL/AH) remain accessible for backward compatibility.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32120" y="2834640"/>
            <a:ext cx="3337560" cy="804672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623560" y="28895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 is Critical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23560" y="314553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instruction pointer determines execution flow. Understanding RIP control is foundational to every code-reuse attack analysis.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32120" y="3749040"/>
            <a:ext cx="3337560" cy="804672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623560" y="3803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 &amp; RBP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23560" y="405993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 tracks the current stack top. RBP anchors the current frame. Together they define the stack frame's spatial boundaries.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91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 — CPU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 Rings &amp; Execution Modes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enforcement of separation between kernel and user space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920240"/>
            <a:ext cx="6400800" cy="2651760"/>
          </a:xfrm>
          <a:prstGeom prst="rect">
            <a:avLst/>
          </a:prstGeom>
          <a:solidFill>
            <a:srgbClr val="0D0D0D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9933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Ring 0 — Kernel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286000"/>
            <a:ext cx="5303520" cy="1920240"/>
          </a:xfrm>
          <a:prstGeom prst="rect">
            <a:avLst/>
          </a:prstGeom>
          <a:solidFill>
            <a:srgbClr val="0D0D0D"/>
          </a:solidFill>
          <a:ln w="19050">
            <a:solidFill>
              <a:srgbClr val="FF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359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Ring 1/2 — Drivers (rare)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606040"/>
            <a:ext cx="4023360" cy="1280160"/>
          </a:xfrm>
          <a:prstGeom prst="rect">
            <a:avLst/>
          </a:prstGeom>
          <a:solidFill>
            <a:srgbClr val="0D0D0D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Ring 3 — User Space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hardware access, no restrictions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" y="4297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code runs here — restricted by default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828800"/>
            <a:ext cx="1097280" cy="2560320"/>
          </a:xfrm>
          <a:prstGeom prst="rect">
            <a:avLst/>
          </a:prstGeom>
          <a:solidFill>
            <a:srgbClr val="161616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1920240"/>
            <a:ext cx="960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 boundary: Ring 3 → Ring 0 transition via INT 0x80 or SYSCALL instruction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91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 — CPU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x86-64 Calling Conventions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V AMD64 ABI vs. Microsoft x64 — argument passing and stack discipline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206240" cy="274320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V AMD64 (Linux/macOS)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1 → RDI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05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2 → RSI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3 → RDX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44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4 → RCX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63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5 → R8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6 → R9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02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7+ → Stack (right to left)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221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value → RAX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041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Callee-saved: RBX, RBP, R12–R15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261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 must be 16-byte aligned at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4206240" cy="2743200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 x64 (Windows)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1 → RCX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2 → RDX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770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3 → R8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0129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4 → R9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255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5+ → Stack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4975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 space: 32 bytes reserved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739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value → RAX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9822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Callee-saved: RBX, RBP, RDI, RSI, R12–R15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224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 must be 16-byte aligned at CALL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91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 — CPU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Exercise — LAB-CPU-01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tracing and register observation with GDB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5943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register state across a multi-level function call chain. Observe RSP/RBP behavior, argument placement, and return value flow.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5029200" cy="201168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Command Reference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./lab_cpu_01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17520" y="292608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lab binary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15925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main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17520" y="315925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breakpoint at main()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39242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17520" y="339242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execution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62559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registers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017520" y="362559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Dump all register values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85876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17520" y="385876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one instruction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09194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x/16wx $rsp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17520" y="409194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Examine stack memory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32511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disassemble $rip,+40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17520" y="432511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Disassemble from current RIP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2560320"/>
            <a:ext cx="3337560" cy="2011680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2606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Tasks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292608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Record RSP value before and after each CALL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3255264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Identify which register holds arg 1 for each function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35844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Locate the saved return address on the stack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23560" y="391363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Annotate the call chain in your analysis log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4242816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Document callee-saved register behavior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 — CPU Architecture &amp; Execution Internals</dc:title>
  <dc:subject>PptxGenJS Presentation</dc:subject>
  <dc:creator>NullByte Academy</dc:creator>
  <cp:lastModifiedBy>NullByte Academy</cp:lastModifiedBy>
  <cp:revision>1</cp:revision>
  <dcterms:created xsi:type="dcterms:W3CDTF">2026-02-26T23:54:46Z</dcterms:created>
  <dcterms:modified xsi:type="dcterms:W3CDTF">2026-02-26T23:54:46Z</dcterms:modified>
</cp:coreProperties>
</file>